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87"/>
  </p:normalViewPr>
  <p:slideViewPr>
    <p:cSldViewPr snapToGrid="0">
      <p:cViewPr varScale="1">
        <p:scale>
          <a:sx n="71" d="100"/>
          <a:sy n="71" d="100"/>
        </p:scale>
        <p:origin x="50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B2ABE-B607-3235-F4FD-0AA090083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11F36D-8200-308D-10B1-1FEB60E49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5DBE93-0557-5933-2F64-F4453C83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782F54-A2F6-37E8-3422-B3D0577E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0A82C2-AA7B-26EE-4AC5-ECD57921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041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853ED3-B580-C4D6-F515-684CE2E5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81302C-AF9A-DCB1-B20D-9CF81D78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6A454-FA50-F4FA-09D6-E7506698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7D1300-5364-4201-D184-4DEF9FE4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A47C33-6677-C725-667C-6011081F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4036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DC2FD2-DEFB-7BFC-9EF7-2D9D1E0A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2C447C-7A46-576A-DFDC-B3B68534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CEB7B7-2F02-9E38-F7FC-66C22080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5BBE8-83FC-61C0-A348-D8D9030C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EB2660-BBFA-ED49-7B02-6554220D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1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BB504-4266-7D15-CACA-66D9330D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1B2CDC-392F-D296-8C74-D721163AF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A70F22-66AB-3FF9-9722-646A46412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4F4FC3-EAD8-E6B7-EA3B-AC54C5C8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F617DB-3D12-2ED5-96CC-C7EA25B5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178588-7ED0-ABDB-0067-059C2CD3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183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ECFD6-6A23-ACCC-ABFA-F9C66642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121F59-BF7D-2077-86DE-D8177B73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53C55F-B49D-213F-1779-E70B43DDD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AAF6A6-C4E0-C8FA-7746-BA001CC57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46FD91-9611-9E34-0BA9-9A257DCB2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12B654B-5195-796E-EF94-2F362704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881A3B-DA07-9FA0-0999-B1D481B6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442C35-B557-D850-729C-85055545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4723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1EF32-97E9-EC79-AC55-3A727586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AC4D7-3CDE-4DD1-26D1-C666A08F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6232A1-087D-EB01-853A-A65EB0F1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C6FBF9-9E63-271B-D8BA-A074CEB3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552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19C025-083F-E2CC-D9B2-548788F6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8F198E-BB3E-CCB1-9520-7C3FBC1C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C6EDFC-36E9-697E-0E13-20A93F53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415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12255-9A86-1D72-08F3-5E60CFC97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6979BA-6E7A-7C41-EA9E-EE9AAA7AF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08EB7C-3453-F08D-0580-454156AE2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8572E3-41DF-2291-F0BA-3206910A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FEA0A1-C05D-ED10-EEF1-A5D80242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AAF0B8-BEF5-8A52-CEEC-E9854447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7705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12189-6283-2226-16C9-CE2BF372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B14DFF-04F9-63F8-8776-904742201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9677E1-3787-431B-E58E-AAB9B56BC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73B362-738A-DF87-FC05-DE5096EC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EE2049-A220-3958-F9DA-A71695A4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371970-C324-E228-18CE-C6971CE5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9695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B69ED-3D40-8736-642E-7C8ECD8E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EC330B-9677-B6EE-0599-7CEE94196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CD37A1-0553-12EE-00DB-6423F138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A4DB23-E59E-F8AE-9974-6AAD30E7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F7B0BD-4BB3-D8AD-5A0A-916BA6BE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6532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DE73AD-5C5A-9888-3B23-27F338F94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339630-401E-D2FB-D7DF-FAFC34120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B3A90-19C8-11B1-592E-580175AA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8D65F7-17DB-6515-4B80-C7876A1F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244984-F23F-32AC-5E6B-D6353DE0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1176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chemeClr val="tx2">
                <a:lumMod val="25000"/>
                <a:lumOff val="75000"/>
                <a:alpha val="69691"/>
              </a:schemeClr>
            </a:gs>
            <a:gs pos="83000">
              <a:schemeClr val="tx2">
                <a:lumMod val="25000"/>
                <a:lumOff val="75000"/>
                <a:alpha val="71000"/>
              </a:schemeClr>
            </a:gs>
            <a:gs pos="100000">
              <a:schemeClr val="tx2">
                <a:lumMod val="25000"/>
                <a:lumOff val="75000"/>
                <a:alpha val="69519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224EEC-74B9-8AB9-47E0-9D021869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65C37A-51CE-6E36-6AF0-1B3941094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4E9EFD-854B-5FD9-7B32-65DDD05F8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B4C0B-ABEB-2346-8594-2E7FA456F223}" type="datetimeFigureOut">
              <a:rPr lang="de-AT" smtClean="0"/>
              <a:t>29.11.25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B7FAF7-A3A2-FAAE-9C7C-325B82BE4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7D0904-D533-E210-02C7-622262781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10BA3-F7E4-054A-ADB7-A7AB93D6A20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8738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19FEB5-2749-DC60-B15A-B8D42B91A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b="1" dirty="0">
                <a:latin typeface="OSAKA-MONO" panose="020B0600000000000000" pitchFamily="34" charset="-128"/>
                <a:ea typeface="OSAKA-MONO" panose="020B0600000000000000" pitchFamily="34" charset="-128"/>
              </a:rPr>
              <a:t>Status Quo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044752-9F4B-48A2-FFBF-13E1C546A5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>
                <a:latin typeface="Osaka" panose="020B0600000000000000" pitchFamily="34" charset="-128"/>
                <a:ea typeface="Osaka" panose="020B0600000000000000" pitchFamily="34" charset="-128"/>
              </a:rPr>
              <a:t>Projektteam ALBERT</a:t>
            </a:r>
          </a:p>
        </p:txBody>
      </p:sp>
    </p:spTree>
    <p:extLst>
      <p:ext uri="{BB962C8B-B14F-4D97-AF65-F5344CB8AC3E}">
        <p14:creationId xmlns:p14="http://schemas.microsoft.com/office/powerpoint/2010/main" val="394776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B5C08-0F15-90F8-8946-73377CB4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err="1">
                <a:latin typeface="Osaka" panose="020B0600000000000000" pitchFamily="34" charset="-128"/>
                <a:ea typeface="Osaka" panose="020B0600000000000000" pitchFamily="34" charset="-128"/>
              </a:rPr>
              <a:t>Komadori</a:t>
            </a:r>
            <a:endParaRPr lang="de-AT" b="1" dirty="0">
              <a:latin typeface="Osaka" panose="020B0600000000000000" pitchFamily="34" charset="-128"/>
              <a:ea typeface="Osaka" panose="020B0600000000000000" pitchFamily="34" charset="-128"/>
            </a:endParaRPr>
          </a:p>
        </p:txBody>
      </p:sp>
      <p:pic>
        <p:nvPicPr>
          <p:cNvPr id="5" name="Grafik 4" descr="Ein Bild, das Schaltung, Elektronik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EEAB283C-4C08-F62B-D0B9-E60A36640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7791" y="1416729"/>
            <a:ext cx="7772400" cy="5076146"/>
          </a:xfrm>
          <a:prstGeom prst="rect">
            <a:avLst/>
          </a:prstGeom>
        </p:spPr>
      </p:pic>
      <p:pic>
        <p:nvPicPr>
          <p:cNvPr id="7" name="Grafik 6" descr="Ein Bild, das Elektronik, Screenshot, Schaltung enthält.&#10;&#10;KI-generierte Inhalte können fehlerhaft sein.">
            <a:extLst>
              <a:ext uri="{FF2B5EF4-FFF2-40B4-BE49-F238E27FC236}">
                <a16:creationId xmlns:a16="http://schemas.microsoft.com/office/drawing/2014/main" id="{D8F80D9E-C08D-7223-E692-071D7272F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416729"/>
            <a:ext cx="7772400" cy="507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40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Breitbild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Osaka</vt:lpstr>
      <vt:lpstr>OSAKA-MONO</vt:lpstr>
      <vt:lpstr>Aptos</vt:lpstr>
      <vt:lpstr>Aptos Display</vt:lpstr>
      <vt:lpstr>Arial</vt:lpstr>
      <vt:lpstr>Office</vt:lpstr>
      <vt:lpstr>Status Quo </vt:lpstr>
      <vt:lpstr>Komadori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Zauner Felix</dc:creator>
  <cp:lastModifiedBy>Zauner Felix</cp:lastModifiedBy>
  <cp:revision>2</cp:revision>
  <dcterms:created xsi:type="dcterms:W3CDTF">2025-11-29T20:42:11Z</dcterms:created>
  <dcterms:modified xsi:type="dcterms:W3CDTF">2025-11-30T13:16:18Z</dcterms:modified>
</cp:coreProperties>
</file>